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609319d78b4e29" /><Relationship Type="http://schemas.openxmlformats.org/officeDocument/2006/relationships/extended-properties" Target="/docProps/app.xml" Id="Rabcafb7e1ed94335" /><Relationship Type="http://schemas.openxmlformats.org/officeDocument/2006/relationships/officeDocument" Target="/ppt/presentation.xml" Id="R514443774cd640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7150be028d4063"/>
  </p:sldMasterIdLst>
  <p:notesMasterIdLst>
    <p:notesMasterId xmlns:r="http://schemas.openxmlformats.org/officeDocument/2006/relationships" r:id="R760c7a0a8c4e4dd4"/>
  </p:notesMasterIdLst>
  <p:sldIdLst>
    <p:sldId xmlns:r="http://schemas.openxmlformats.org/officeDocument/2006/relationships" id="256" r:id="Rbd8d850b2e324ea2"/>
    <p:sldId xmlns:r="http://schemas.openxmlformats.org/officeDocument/2006/relationships" id="257" r:id="R4dc4a4be7282476d"/>
    <p:sldId xmlns:r="http://schemas.openxmlformats.org/officeDocument/2006/relationships" id="258" r:id="R901ff5d7189c4d63"/>
    <p:sldId xmlns:r="http://schemas.openxmlformats.org/officeDocument/2006/relationships" id="259" r:id="R0e7db0bfc759406f"/>
    <p:sldId xmlns:r="http://schemas.openxmlformats.org/officeDocument/2006/relationships" id="260" r:id="Rb2156518dd1c48c2"/>
    <p:sldId xmlns:r="http://schemas.openxmlformats.org/officeDocument/2006/relationships" id="261" r:id="Rcad112f6c6ed4af5"/>
    <p:sldId xmlns:r="http://schemas.openxmlformats.org/officeDocument/2006/relationships" id="262" r:id="Rd5757219203d41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9cb78d2b3b4262" /><Relationship Type="http://schemas.openxmlformats.org/officeDocument/2006/relationships/slideMaster" Target="/ppt/slideMasters/slideMaster1.xml" Id="R6a7150be028d4063" /><Relationship Type="http://schemas.openxmlformats.org/officeDocument/2006/relationships/notesMaster" Target="/ppt/notesMasters/notesMaster1.xml" Id="R760c7a0a8c4e4dd4" /><Relationship Type="http://schemas.openxmlformats.org/officeDocument/2006/relationships/presProps" Target="/ppt/presProps.xml" Id="Ra3df11e83a06490b" /><Relationship Type="http://schemas.openxmlformats.org/officeDocument/2006/relationships/tableStyles" Target="/ppt/tableStyles.xml" Id="Rb475c33780b84ee0" /><Relationship Type="http://schemas.openxmlformats.org/officeDocument/2006/relationships/slide" Target="/ppt/slides/slide1.xml" Id="Rbd8d850b2e324ea2" /><Relationship Type="http://schemas.openxmlformats.org/officeDocument/2006/relationships/slide" Target="/ppt/slides/slide2.xml" Id="R4dc4a4be7282476d" /><Relationship Type="http://schemas.openxmlformats.org/officeDocument/2006/relationships/slide" Target="/ppt/slides/slide3.xml" Id="R901ff5d7189c4d63" /><Relationship Type="http://schemas.openxmlformats.org/officeDocument/2006/relationships/slide" Target="/ppt/slides/slide4.xml" Id="R0e7db0bfc759406f" /><Relationship Type="http://schemas.openxmlformats.org/officeDocument/2006/relationships/slide" Target="/ppt/slides/slide5.xml" Id="Rb2156518dd1c48c2" /><Relationship Type="http://schemas.openxmlformats.org/officeDocument/2006/relationships/slide" Target="/ppt/slides/slide6.xml" Id="Rcad112f6c6ed4af5" /><Relationship Type="http://schemas.openxmlformats.org/officeDocument/2006/relationships/slide" Target="/ppt/slides/slide7.xml" Id="Rd5757219203d41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58fc2b8dc34e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eb6784d11b46db" /><Relationship Type="http://schemas.openxmlformats.org/officeDocument/2006/relationships/notesMaster" Target="/ppt/notesMasters/notesMaster1.xml" Id="R4d3a6331f57645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38d0080e0f410d" /><Relationship Type="http://schemas.openxmlformats.org/officeDocument/2006/relationships/notesMaster" Target="/ppt/notesMasters/notesMaster1.xml" Id="Rc309bfb2fa8344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80e13585914a71" /><Relationship Type="http://schemas.openxmlformats.org/officeDocument/2006/relationships/notesMaster" Target="/ppt/notesMasters/notesMaster1.xml" Id="R9e56905541dc41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aa9c8629674031" /><Relationship Type="http://schemas.openxmlformats.org/officeDocument/2006/relationships/notesMaster" Target="/ppt/notesMasters/notesMaster1.xml" Id="Raa9a6d0f83b84b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bf255d4fbb4b60" /><Relationship Type="http://schemas.openxmlformats.org/officeDocument/2006/relationships/notesMaster" Target="/ppt/notesMasters/notesMaster1.xml" Id="Rd91a768c83cf4f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6450d08aab4337" /><Relationship Type="http://schemas.openxmlformats.org/officeDocument/2006/relationships/notesMaster" Target="/ppt/notesMasters/notesMaster1.xml" Id="R50bb5d896e1c45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149183b6d241aa" /><Relationship Type="http://schemas.openxmlformats.org/officeDocument/2006/relationships/notesMaster" Target="/ppt/notesMasters/notesMaster1.xml" Id="R886de825cf884f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144f51cff4e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66b55482a646fa" /><Relationship Type="http://schemas.openxmlformats.org/officeDocument/2006/relationships/slideLayout" Target="/ppt/slideLayouts/slideLayout1.xml" Id="Rebd0bb6ebb1747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d0bb6ebb1747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e80c423c6419b" /><Relationship Type="http://schemas.openxmlformats.org/officeDocument/2006/relationships/notesSlide" Target="/ppt/notesSlides/notesSlide1.xml" Id="Ra5283ed3234245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801d4fcdd4c62" /><Relationship Type="http://schemas.openxmlformats.org/officeDocument/2006/relationships/notesSlide" Target="/ppt/notesSlides/notesSlide2.xml" Id="R3a94b55b084745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ef5afb4214ee7" /><Relationship Type="http://schemas.openxmlformats.org/officeDocument/2006/relationships/image" Target="/ppt/media/image.png" Id="Ree826e02d7464825" /><Relationship Type="http://schemas.openxmlformats.org/officeDocument/2006/relationships/image" Target="/ppt/media/image.svg" Id="R3d8ea2987ac842ba" /><Relationship Type="http://schemas.openxmlformats.org/officeDocument/2006/relationships/notesSlide" Target="/ppt/notesSlides/notesSlide3.xml" Id="R437140f1e86341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4e6678da14eb7" /><Relationship Type="http://schemas.openxmlformats.org/officeDocument/2006/relationships/chart" Target="/ppt/slides/charts/chart1.xml" Id="R8db4e70956e54962" /><Relationship Type="http://schemas.openxmlformats.org/officeDocument/2006/relationships/notesSlide" Target="/ppt/notesSlides/notesSlide4.xml" Id="Re25e1582a5824a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125709bcc4837" /><Relationship Type="http://schemas.openxmlformats.org/officeDocument/2006/relationships/notesSlide" Target="/ppt/notesSlides/notesSlide5.xml" Id="R00350154dc0043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e0dd8d7074733" /><Relationship Type="http://schemas.openxmlformats.org/officeDocument/2006/relationships/notesSlide" Target="/ppt/notesSlides/notesSlide6.xml" Id="R2e592423aee147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addfe87e14ff8" /><Relationship Type="http://schemas.openxmlformats.org/officeDocument/2006/relationships/notesSlide" Target="/ppt/notesSlides/notesSlide7.xml" Id="Rc48012f124c2425d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Weekly active users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3"/>
              <c:pt idx="0">
                <c:v>Week 1</c:v>
              </c:pt>
              <c:pt idx="1">
                <c:v>Week 2</c:v>
              </c:pt>
              <c:pt idx="2">
                <c:v>Week 3</c:v>
              </c:pt>
            </c:strLit>
          </c:cat>
          <c:val>
            <c:numLit>
              <c:formatCode>General</c:formatCode>
              <c:ptCount val="3"/>
              <c:pt idx="0">
                <c:v>1200</c:v>
              </c:pt>
              <c:pt idx="1">
                <c:v>1560</c:v>
              </c:pt>
              <c:pt idx="2">
                <c:v>1950</c:v>
              </c:pt>
            </c:numLit>
          </c:val>
        </c:ser>
        <c:ser>
          <c:idx val="1"/>
          <c:order val="1"/>
          <c:tx>
            <c:v>Onboarding completion ×20</c:v>
          </c:tx>
          <c:spPr>
            <a:ln xmlns:a="http://schemas.openxmlformats.org/drawingml/2006/main" w="38100">
              <a:solidFill>
                <a:srgbClr val="6DCBF4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3"/>
              <c:pt idx="0">
                <c:v>Week 1</c:v>
              </c:pt>
              <c:pt idx="1">
                <c:v>Week 2</c:v>
              </c:pt>
              <c:pt idx="2">
                <c:v>Week 3</c:v>
              </c:pt>
            </c:strLit>
          </c:cat>
          <c:val>
            <c:numLit>
              <c:formatCode>General</c:formatCode>
              <c:ptCount val="3"/>
              <c:pt idx="0">
                <c:v>960</c:v>
              </c:pt>
              <c:pt idx="1">
                <c:v>1260</c:v>
              </c:pt>
              <c:pt idx="2">
                <c:v>1420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100"/>
          <c:min val="8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300"/>
      </c:valAx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A37ED-5178-4F19-8A75-DCD6FDC2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QWEN CLOUD · MEMORYAGENT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804B7-FC12-4C34-939B-8A525019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857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41CC8-B869-4E0D-8761-53C7EE9A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Reports that learn from every week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03118-2A7A-49A8-BFD8-D84036EE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Multimodal reporting · persistent memory · selective forgetting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20A4B-4C4C-44FF-A069-7AA2A036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39841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10700-03C5-4270-89C8-CB477E7A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Reporting resets every week. The context should not.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BB866-7BFF-4D57-8089-7E3060EC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ACB39-3FEA-4B17-ACE9-E0469421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19869-F945-4B1F-9204-EF6947FF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96273"/>
                </a:solidFill>
                <a:latin typeface="Arial"/>
                <a:ea typeface="Arial"/>
                <a:cs typeface="Arial"/>
              </a:rPr>
              <a:t>The old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19237-5FAD-4A22-AA5E-0270DC64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Screenshots and notes become a static document — then the next report starts from zero.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D4B92-B207-44BD-B854-954112A8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62100"/>
            <a:ext cx="56578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7E2A6-A06B-4B7D-A7D2-9B107654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62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disappears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1017B-2BEB-48F0-B61E-01FFA013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43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A0287-0C53-4ED2-A099-85876FC2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479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Past decisions and baselines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D5B69-11AB-4D60-A9B7-55831607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051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43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87E39-F3FD-4DEA-AFD6-FA4B1417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6707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Preferred style, tone, and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C7986-2DCD-4FF2-9CB5-1A8BACFC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243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43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6BF8E-0AA6-45C7-A278-7DA71499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862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Signals hidden inside screenshots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9B581-3E31-4F39-AFAE-820CB8BF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434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43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EA1DA0-3CD3-4A62-B05E-2174C288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0532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Actions that should carry into next week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978F8-E35A-4991-8E17-6BDD672D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ReportAgent turns every report into reusable experience.</a:t>
            </a:r>
          </a:p>
        </p:txBody>
      </p:sp>
    </p:spTree>
    <p:extLst>
      <p:ext uri="{BB962C8B-B14F-4D97-AF65-F5344CB8AC3E}">
        <p14:creationId xmlns:p14="http://schemas.microsoft.com/office/powerpoint/2010/main" val="19014422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7A8B1-ECB1-4D5A-BFB6-30B1BDD0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bounded memory loop keeps Qwen focused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C8637-660B-4072-8682-50B3799E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2DCAB-B575-457C-9E7F-1E3ABABA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26e02d7464825">
            <a:extLst>
              <a:ext uri="{96DAC541-7B7A-43D3-8B79-37D633B846F1}">
                <asvg:svgBlip xmlns:asvg="http://schemas.microsoft.com/office/drawing/2016/SVG/main" r:embed="R3d8ea2987ac842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1257300"/>
            <a:ext cx="11239500" cy="5048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360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B85AC-F299-4238-B447-C638027F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agent used memory to explain three weeks of growth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78579-0229-4881-A59F-7E3980B3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E7829-119F-4524-973C-03576B22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62865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b4e70956e5496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F1E00-CFFC-4422-B6B5-71CD391C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4761F-DFA0-433D-A6C0-0C60A2F0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193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089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+62.5%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F9B10-6385-43F2-8C1E-401DCF38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3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WAU growth from the Week 1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FD44A-68E5-4637-A68E-3496C544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66256-10CB-4553-90FA-4AD19761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193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+23pp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010E1D-7A36-4931-B50E-0304341D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34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onboarding completion across three 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9C5E3-9913-48B9-9496-40D0F1FB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Verified with real Qwen Cloud calls: screenshot extraction, semantic retrieval, and trend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B4569-E965-4AC4-A7FA-E07C5807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81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Onboarding series is scaled ×20 only to share the chart axis.</a:t>
            </a:r>
          </a:p>
        </p:txBody>
      </p:sp>
    </p:spTree>
    <p:extLst>
      <p:ext uri="{BB962C8B-B14F-4D97-AF65-F5344CB8AC3E}">
        <p14:creationId xmlns:p14="http://schemas.microsoft.com/office/powerpoint/2010/main" val="12123853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68EC2-6ED4-408D-8270-DA749ED3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Memory is selective — not an ever-growing transcript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9C2F4-F129-4B21-8502-8465C378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594E5-9BB9-4690-9CBB-1E5FCA29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A9E00-3B3C-4551-A1F1-80033064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5429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1701C-0B39-416E-9431-0FF0FD96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06FBD-BAFF-4284-87C6-F5746543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954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46CF5-332A-4837-872A-CC3480FB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8600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The latest reports preserve continuity and near-term commitments.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CED47-AAC1-4815-9506-DF86A83F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04950"/>
            <a:ext cx="5429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99B20-6BCA-46D4-AF98-028E7A55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2884D-2469-44DC-B1F4-2AEA2B14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Relevant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37296-1A32-4530-AA38-2FC3D740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Embeddings retrieve the closest past experience for the current task.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8F7E6-ECEB-4DF1-93C7-FA73BF23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38575"/>
            <a:ext cx="5429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A9826-FB06-4CAC-9B81-DC6D60A7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862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D1B0E-DF2A-4ED6-8C38-3209570E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290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Personal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1BEFBD-B587-454E-A814-8096D294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9625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Style, tone, and focus preferences persist across sessions.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4E4D4-A19E-4D9C-BA70-7E3ABDED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38575"/>
            <a:ext cx="5429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B1D85-DBEF-4B48-9DCB-33477978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862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42E70-FA29-40DF-8C12-9CB90345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290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Forgetful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55E7A5-4566-464F-B6D9-BEFFB2BC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19625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Expired memories are removed; storage is bounded and access-aware.</a:t>
            </a:r>
          </a:p>
        </p:txBody>
      </p:sp>
    </p:spTree>
    <p:extLst>
      <p:ext uri="{BB962C8B-B14F-4D97-AF65-F5344CB8AC3E}">
        <p14:creationId xmlns:p14="http://schemas.microsoft.com/office/powerpoint/2010/main" val="11542743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DCBFD-3786-4402-A5D6-B0375FCB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workflow produces six judge-visible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58182-FD62-49B5-A05C-254CB4F0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3F58F-84FC-4EBC-8BA1-46614197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76604-85DA-46BF-A065-9207FBF7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6076B-DFF7-49C4-BD1D-BCDB2335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Extract metrics from screenshots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C3075-7D59-4D2A-9581-7A72A115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25B98-1D59-4BE3-A6C3-B3CF86E4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524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9F1C8-39D4-468A-9CE8-2A878E33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193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Generate editable structured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7A2EB-05C5-419C-9174-4AF903DB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2FC41-4468-407A-89E6-F8E242A2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24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24F34-45AC-466D-8441-7511BDA5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193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Explain trends across periods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EF7D3-973C-4C66-B072-888D5A83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EA2D6-CC8A-4BBB-A095-FE11D78D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REMEMBER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EF7E6C-1372-48BE-9EA3-27F32413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Recall history and preferences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9C4A5-F27A-48AB-BE30-E89D74F0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58286-0999-462B-AFFC-55A65B24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14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BD347-29CE-43B9-B418-2F116BD2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1005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Chat over past reports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67AD9-9A26-4844-B89C-233AA817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4483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45977-73D6-47B9-ADB6-5050DDC1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DELIVER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FFE95E-C529-4825-9EBB-9E751416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1005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Export PDF / Markdown / voice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F0928E-8ACF-46AD-B18E-6D79305E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483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34332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BCB46-CA77-4CD6-AC39-0AA74895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REPORTAGENT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953A2-464F-4E84-BF57-BC4322B3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reporting agent that remembers what matters.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0F427-5165-4778-A0D3-E2E4BD25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Qwen Cloud · persistent multimodal memory · open 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59FC1-F94B-4199-A4CE-EECF0D80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github.com/duchopj5b2bw4-byte/report-agent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1A8B0-44D8-43A0-AA26-72249CBA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472299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2026-07-19T03:38:04.1060000Z</dcterms:created>
  <dcterms:modified xsi:type="dcterms:W3CDTF">2026-07-19T03:38:04.1060000Z</dcterms:modified>
</coreProperties>
</file>